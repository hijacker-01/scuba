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9070" y="1041400"/>
            <a:ext cx="21221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1800">
                <a:solidFill>
                  <a:srgbClr val="000000"/>
                </a:solidFill>
                <a:latin typeface="Roboto"/>
              </a:rPr>
              <a:t>Havelock Dive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664970"/>
            <a:ext cx="37439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400">
                <a:solidFill>
                  <a:srgbClr val="000000"/>
                </a:solidFill>
                <a:latin typeface="Roboto"/>
              </a:rPr>
              <a:t>Dive into Another World – Explore Andaman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178050"/>
            <a:ext cx="508635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041400"/>
            <a:ext cx="2844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1800">
                <a:solidFill>
                  <a:srgbClr val="000000"/>
                </a:solidFill>
                <a:latin typeface="Roboto"/>
              </a:rPr>
              <a:t>About Havelock Dive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74140"/>
            <a:ext cx="55194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00">
                <a:solidFill>
                  <a:srgbClr val="000000"/>
                </a:solidFill>
                <a:latin typeface="Roboto"/>
              </a:rPr>
              <a:t>Havelock Dive Club is a trusted scuba diving center in the Andaman Islands offering safe, fun,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6540"/>
            <a:ext cx="328167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00">
                <a:solidFill>
                  <a:srgbClr val="000000"/>
                </a:solidFill>
                <a:latin typeface="Roboto"/>
              </a:rPr>
              <a:t>professional diving experiences for beginners and experts.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1835150"/>
            <a:ext cx="381635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041400"/>
            <a:ext cx="14859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1800">
                <a:solidFill>
                  <a:srgbClr val="000000"/>
                </a:solidFill>
                <a:latin typeface="Roboto"/>
              </a:rPr>
              <a:t>Our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74140"/>
            <a:ext cx="53517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000">
                <a:solidFill>
                  <a:srgbClr val="000000"/>
                </a:solidFill>
                <a:latin typeface="Roboto"/>
              </a:rPr>
              <a:t>• Discover Scuba Diving • Boat Dive &amp; Shore Dive • Snorkeling &amp; Sea Walk • Kayaking &amp; Island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6540"/>
            <a:ext cx="32511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00">
                <a:solidFill>
                  <a:srgbClr val="000000"/>
                </a:solidFill>
                <a:latin typeface="Roboto"/>
              </a:rPr>
              <a:t>Tours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835150"/>
            <a:ext cx="508635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041400"/>
            <a:ext cx="1460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b="1" sz="1800">
                <a:solidFill>
                  <a:srgbClr val="000000"/>
                </a:solidFill>
                <a:latin typeface="Roboto"/>
              </a:rPr>
              <a:t>Dive Courses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74140"/>
            <a:ext cx="54914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00">
                <a:solidFill>
                  <a:srgbClr val="000000"/>
                </a:solidFill>
                <a:latin typeface="Roboto"/>
              </a:rPr>
              <a:t>We offer certified diving courses including Open Water, Advanced, Rescue Diver, and Divemaster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6540"/>
            <a:ext cx="571500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000">
                <a:solidFill>
                  <a:srgbClr val="000000"/>
                </a:solidFill>
                <a:latin typeface="Roboto"/>
              </a:rPr>
              <a:t>programs.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1835150"/>
            <a:ext cx="3816350" cy="254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0" y="4381500"/>
            <a:ext cx="381635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041400"/>
            <a:ext cx="2362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800">
                <a:solidFill>
                  <a:srgbClr val="000000"/>
                </a:solidFill>
                <a:latin typeface="Roboto"/>
              </a:rPr>
              <a:t>KK Tours and Travels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74140"/>
            <a:ext cx="54775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00">
                <a:solidFill>
                  <a:srgbClr val="000000"/>
                </a:solidFill>
                <a:latin typeface="Roboto"/>
              </a:rPr>
              <a:t>KK Tours and Travels provides complete Andaman travel solutions including packages, transport,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6540"/>
            <a:ext cx="791210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00">
                <a:solidFill>
                  <a:srgbClr val="000000"/>
                </a:solidFill>
                <a:latin typeface="Roboto"/>
              </a:rPr>
              <a:t>and bookings.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835150"/>
            <a:ext cx="50863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04140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1800">
                <a:solidFill>
                  <a:srgbClr val="000000"/>
                </a:solidFill>
                <a:latin typeface="Roboto"/>
              </a:rPr>
              <a:t>Contact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74140"/>
            <a:ext cx="52400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00">
                <a:solidFill>
                  <a:srgbClr val="000000"/>
                </a:solidFill>
                <a:latin typeface="Roboto"/>
              </a:rPr>
              <a:t>Phone: 9434290393 / 9679572772 Instagram: @havelockdiveclub Location: Havelock Island,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6540"/>
            <a:ext cx="543560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00">
                <a:solidFill>
                  <a:srgbClr val="000000"/>
                </a:solidFill>
                <a:latin typeface="Roboto"/>
              </a:rPr>
              <a:t>Andaman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